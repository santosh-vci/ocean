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34b480f5d4b43" /><Relationship Type="http://schemas.openxmlformats.org/officeDocument/2006/relationships/extended-properties" Target="/docProps/app.xml" Id="R409410bc617d430d" /><Relationship Type="http://schemas.openxmlformats.org/officeDocument/2006/relationships/officeDocument" Target="/ppt/presentation.xml" Id="R7dce3e3413d34f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31077c2f24aec"/>
  </p:sldMasterIdLst>
  <p:notesMasterIdLst>
    <p:notesMasterId xmlns:r="http://schemas.openxmlformats.org/officeDocument/2006/relationships" r:id="R92b1c07ca80b4467"/>
  </p:notesMasterIdLst>
  <p:sldIdLst>
    <p:sldId xmlns:r="http://schemas.openxmlformats.org/officeDocument/2006/relationships" id="256" r:id="Ra451a24d8b4440d9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810fdd07af45d7" /><Relationship Type="http://schemas.openxmlformats.org/officeDocument/2006/relationships/slideMaster" Target="/ppt/slideMasters/slideMaster1.xml" Id="Rfa531077c2f24aec" /><Relationship Type="http://schemas.openxmlformats.org/officeDocument/2006/relationships/notesMaster" Target="/ppt/notesMasters/notesMaster1.xml" Id="R92b1c07ca80b4467" /><Relationship Type="http://schemas.openxmlformats.org/officeDocument/2006/relationships/presProps" Target="/ppt/presProps.xml" Id="R96b489215abc4a80" /><Relationship Type="http://schemas.openxmlformats.org/officeDocument/2006/relationships/viewProps" Target="/ppt/viewProps.xml" Id="R317f983ec493475c" /><Relationship Type="http://schemas.openxmlformats.org/officeDocument/2006/relationships/tableStyles" Target="/ppt/tableStyles.xml" Id="Rac51f1eb655b43f6" /><Relationship Type="http://schemas.openxmlformats.org/officeDocument/2006/relationships/slide" Target="/ppt/slides/slide1.xml" Id="Ra451a24d8b44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bb90494c746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10b0d24cce4d41" /><Relationship Type="http://schemas.openxmlformats.org/officeDocument/2006/relationships/notesMaster" Target="/ppt/notesMasters/notesMaster1.xml" Id="Raec9cd672146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a40a4522845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5c7845df3485a" /><Relationship Type="http://schemas.openxmlformats.org/officeDocument/2006/relationships/slideLayout" Target="/ppt/slideLayouts/slideLayout1.xml" Id="R34b3aa8bae6f41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3aa8bae6f41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e66bd02ed457f" /><Relationship Type="http://schemas.openxmlformats.org/officeDocument/2006/relationships/notesSlide" Target="/ppt/notesSlides/notesSlide1.xml" Id="R6c76821a4e854c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64657-B950-4C9A-BAB1-7F305FB7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A2FB2-3F28-4B90-ACDC-5E3B5DC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CF949-2D9E-474C-9454-015DE55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t>Probe Slide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ED468-09EE-45A7-B3E0-AEA9830E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33F"/>
                </a:solidFill>
              </a:defRPr>
            </a:pPr>
            <a:r>
              <a:t>artifact-tool export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EBFB8-C312-491E-B866-E795C183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2F7DBD"/>
          </a:solidFill>
        </p:spPr>
      </p:sp>
    </p:spTree>
    <p:extLst>
      <p:ext uri="{BB962C8B-B14F-4D97-AF65-F5344CB8AC3E}">
        <p14:creationId xmlns:p14="http://schemas.microsoft.com/office/powerpoint/2010/main" val="344500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2026-06-04T08:17:44.2900000Z</dcterms:created>
  <dcterms:modified xsi:type="dcterms:W3CDTF">2026-06-04T08:17:44.2900000Z</dcterms:modified>
</coreProperties>
</file>